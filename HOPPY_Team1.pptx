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32336"/>
          </a:solidFill>
          <a:ln w="12700">
            <a:solidFill>
              <a:srgbClr val="1323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411480"/>
            <a:ext cx="320040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11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ROBÓTICA INTELIGENTE — TEAM 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HOPPY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MuJoCo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Hopping Robot on Boom Gantry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663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Proal Sifuentes         A01385446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Alexandro Kurt Cárdenas Pérez    A01385387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Ferro Sánchez             A00836182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Fabricio Banda Hernández         A00839916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Zacbe Ortega Obregón             A00574358</a:t>
            </a:r>
            <a:endParaRPr lang="en-US" sz="1100" dirty="0"/>
          </a:p>
        </p:txBody>
      </p:sp>
      <p:pic>
        <p:nvPicPr>
          <p:cNvPr id="8" name="Image 0" descr="/Users/fabribanda/Documents/GitHub/Hoppy Project - Team 1/results/mujoco_vie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0"/>
            <a:ext cx="3794760" cy="5143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49240" y="0"/>
            <a:ext cx="3794760" cy="5143500"/>
          </a:xfrm>
          <a:prstGeom prst="rect">
            <a:avLst/>
          </a:prstGeom>
          <a:solidFill>
            <a:srgbClr val="0D1B2A">
              <a:alpha val="65000"/>
            </a:srgbClr>
          </a:solidFill>
          <a:ln w="12700">
            <a:solidFill>
              <a:srgbClr val="0D1B2A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HOPPY?</a:t>
            </a:r>
            <a:endParaRPr lang="en-US" sz="3600" dirty="0"/>
          </a:p>
        </p:txBody>
      </p:sp>
      <p:pic>
        <p:nvPicPr>
          <p:cNvPr id="3" name="Image 0" descr="/Users/fabribanda/Documents/GitHub/Hoppy Project - Team 1/results/mujoco_vie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840480" cy="374904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457200" y="1005840"/>
            <a:ext cx="42976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monopata montado en un gantry tipo boom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y pitch del boom son articulaciones pasivas — sin motor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hip (J3) y knee (J4) tienen actuadores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avance circular sale de empujar tangencialmente el suelo en STANCE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de 4096 cuentas/rev como único sensor de velocidad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en MuJoCo con física real: armadura, amortiguamiento y resorte de rodilla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62B3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79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 — Yaw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Boom radio 556 mm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motorizado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62B3E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19472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Pitch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19472" y="15727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suave con torque externo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el pie toque el suelo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62B3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Hip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349300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Reductor 26.9x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±20 Nm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840480" cy="1691640"/>
          </a:xfrm>
          <a:prstGeom prst="roundRect">
            <a:avLst>
              <a:gd name="adj" fmla="val 6486"/>
            </a:avLst>
          </a:prstGeom>
          <a:solidFill>
            <a:srgbClr val="162B3E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9472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 — Knee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9472" y="349300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Motorizado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Reductor 28.8x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Resorte pasivo + límite ±20 Nm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MJCF · dt = 1 ms · gravity = 9.81 m/s²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4096 cnt/rev · filtro α = 0.18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Jacobiano y controlador Cartesiano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023360" cy="3931920"/>
          </a:xfrm>
          <a:prstGeom prst="roundRect">
            <a:avLst>
              <a:gd name="adj" fmla="val 3256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78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— Impedancia Cartesiana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el pie en un punto deseado
en el espacio Cartesiano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virtual en el pie: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f_sw = Kp·(p_des − p_toe) + Kd·(−ṗ_toe)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en articulaciones: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 = Jᵀ · f_sw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 se calcula con mj_jacSite() sobre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del pie — solo columnas hip y knee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960120"/>
            <a:ext cx="4023360" cy="3931920"/>
          </a:xfrm>
          <a:prstGeom prst="roundRect">
            <a:avLst>
              <a:gd name="adj" fmla="val 3256"/>
            </a:avLst>
          </a:prstGeom>
          <a:solidFill>
            <a:srgbClr val="0D1B2A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789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— Jacobiano transpuesto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72768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una GRF deseada en el pie
para propulsar y sostener el cuerpo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deseada (3D):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4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fz·ẑ + ftan·t̂ + frad·r̂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feed-forward:</a:t>
            </a:r>
            <a:endParaRPr lang="en-US" sz="1200" dirty="0"/>
          </a:p>
          <a:p>
            <a:pPr indent="0" marL="0">
              <a:buNone/>
            </a:pPr>
            <a:r>
              <a:rPr lang="en-US" sz="1400" dirty="0">
                <a:solidFill>
                  <a:srgbClr val="4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τ_ff = Jᵀ · F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fz  viene de una curva Bézier de 5 puntos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ftan  propulsa el yaw pasivo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frad  evita deslizamiento lateral del pie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controlador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0352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0352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FLIGHT/STANCE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principal. Dos sub-controladores que se intercambian según la fuerza de contacto. Jacobiano transpuesto en STANCE, impedancia Cartesiana en FLIGHT.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17720" y="100584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D0DC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82312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82312" y="14813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feed-forward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82312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feedback de velocidad y postura. Útil como línea base para ver cuánto avance sale sin corrección de errores.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D0DC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" y="3447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saturación de torque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 los límites de ±20 Nm. El robot salta más alto y rápido pero los torques son físicamente irreales.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9718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D0DCE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82312" y="3063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82312" y="34472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físicos desactivados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82312" y="37947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--no-armature, --no-damping, --no-knee-spring. Permite aislar el impacto de cada efecto en la estabilidad.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de estados híbrida</a:t>
            </a:r>
            <a:endParaRPr lang="en-US" sz="3400" dirty="0"/>
          </a:p>
        </p:txBody>
      </p:sp>
      <p:pic>
        <p:nvPicPr>
          <p:cNvPr id="3" name="Image 0" descr="/Users/fabribanda/Documents/GitHub/Hoppy Project - Team 1/results/circle_test_st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303520" cy="265176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97880" y="96012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6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53328" y="10149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mín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406640" y="101498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ms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897880" y="1673352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6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53328" y="17282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Stance máx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06640" y="17282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ms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897880" y="2386584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6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4414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Vuelo mín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2441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897880" y="309981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6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3154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Touchdown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31546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0.5 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897880" y="3813048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16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Liftoff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06640" y="386791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0.25 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FLIGHT: impedancia Cartesiana en el pie  ·  STANCE: Jacobiano transpuesto con GRF Bézier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trayectoria circular</a:t>
            </a:r>
            <a:endParaRPr lang="en-US" sz="3400" dirty="0"/>
          </a:p>
        </p:txBody>
      </p:sp>
      <p:pic>
        <p:nvPicPr>
          <p:cNvPr id="3" name="Image 0" descr="/Users/fabribanda/Documents/GitHub/Hoppy Project - Team 1/results/circle_test_top_view_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114800" cy="402336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pic>
        <p:nvPicPr>
          <p:cNvPr id="4" name="Image 1" descr="/Users/fabribanda/Documents/GitHub/Hoppy Project - Team 1/results/circle_test_contact_for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4297680" cy="25603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4572000" y="37033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0" y="37673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rad/s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0" y="4251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rate objetivo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6007608" y="37033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007608" y="37673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~80–90 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007608" y="4251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 pico por salto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443216" y="37033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443216" y="37673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556 mm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443216" y="42519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del boom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torques y articulaciones</a:t>
            </a:r>
            <a:endParaRPr lang="en-US" sz="3400" dirty="0"/>
          </a:p>
        </p:txBody>
      </p:sp>
      <p:pic>
        <p:nvPicPr>
          <p:cNvPr id="3" name="Image 0" descr="/Users/fabribanda/Documents/GitHub/Hoppy Project - Team 1/results/circle_test_torq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46888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pic>
        <p:nvPicPr>
          <p:cNvPr id="4" name="Image 1" descr="/Users/fabribanda/Documents/GitHub/Hoppy Project - Team 1/results/circle_test_joint_posi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20440"/>
            <a:ext cx="5029200" cy="14173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5532120" y="100584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62B3E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687568" y="106984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motores se mantienen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límite de ±20 Nm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532120" y="237744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62B3E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687568" y="244144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knee trabaja más fuerte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STANCE (push-off vertical)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532120" y="3749040"/>
            <a:ext cx="3291840" cy="1188720"/>
          </a:xfrm>
          <a:prstGeom prst="roundRect">
            <a:avLst>
              <a:gd name="adj" fmla="val 7692"/>
            </a:avLst>
          </a:prstGeom>
          <a:solidFill>
            <a:srgbClr val="162B3E"/>
          </a:solidFill>
          <a:ln w="1524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687568" y="3813048"/>
            <a:ext cx="29992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posiciones de hip y knee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ocilan de forma periódica y estable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clave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  <a:gridCol w="384048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controla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TARGET_YAW_RATE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 rad/s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angular alrededor del boom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TANGENTIAL_FORCE_FF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Empuje tangencial feed-forward en 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nominal del apoyo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MIN_FLIGHT_TIME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Previene saltos tipo chattering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FZ_BEZIER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[0,360,920,460,0]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vertical de GRF (Bézier de 5 puntos)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CIRCLE_DIRECTION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Sentido horario (-1) o antihorario (+1)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 / KNEE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±20 Nm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Saturación de torque en ambos motores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LOWPASS_ALPHA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de velocidad estimada del encoder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fabribanda/Documents/GitHub/Hoppy Project - Team 1/results/circle_test_top_view_path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0" b="0"/>
          <a:stretch/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0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0515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híbrido logra locomoción circular estable sin motor en el yaw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tangencial del Jacobiano transpuesto es suficiente para avanzar alrededor del boom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estimador de encoders funciona bien con solo un filtro pasa bajas de primer orden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saturación de torque y los efectos físicos son críticos para reproducir el comportamiento real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supera todas las validaciones: torque, progresión, pitch y deslizamiento del pie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  —  Implementación de Robótica Inteligente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HOPPY - Team 1</dc:title>
  <dc:subject>PptxGenJS Presentation</dc:subject>
  <dc:creator>PptxGenJS</dc:creator>
  <cp:lastModifiedBy>PptxGenJS</cp:lastModifiedBy>
  <cp:revision>1</cp:revision>
  <dcterms:created xsi:type="dcterms:W3CDTF">2026-06-12T22:32:27Z</dcterms:created>
  <dcterms:modified xsi:type="dcterms:W3CDTF">2026-06-12T22:32:27Z</dcterms:modified>
</cp:coreProperties>
</file>